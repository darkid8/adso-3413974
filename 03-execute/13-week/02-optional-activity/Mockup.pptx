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677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</a:rPr>
              <a:t>SENA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" y="7315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INICIO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463040" cy="493776"/>
          </a:xfrm>
          <a:prstGeom prst="rect">
            <a:avLst/>
          </a:prstGeom>
          <a:solidFill>
            <a:srgbClr val="2E7D52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" y="12344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HORARIOS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173736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" y="17373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AMBIENTES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224028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1440" y="22402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274320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91440" y="27432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FICHAS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4731"/>
                </a:solidFill>
              </a:rPr>
              <a:t> Semana 23, May 2026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645920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1645920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52928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2852928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59936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059936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66944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266944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73952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473952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80960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7680960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45920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28" name="Shape 26"/>
          <p:cNvSpPr/>
          <p:nvPr/>
        </p:nvSpPr>
        <p:spPr>
          <a:xfrm>
            <a:off x="1645920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1691640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A-209-2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91640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546E7A"/>
              </a:solidFill>
            </a:endParaRPr>
          </a:p>
          <a:p>
            <a:pPr marL="0" indent="0" algn="ctr">
              <a:buNone/>
            </a:pPr>
            <a:endParaRPr lang="en-US" sz="1000" dirty="0">
              <a:solidFill>
                <a:srgbClr val="546E7A"/>
              </a:solidFill>
            </a:endParaRPr>
          </a:p>
          <a:p>
            <a:pPr marL="0" indent="0" algn="ctr">
              <a:buNone/>
            </a:pPr>
            <a:r>
              <a:rPr lang="en-US" sz="1000" dirty="0" err="1">
                <a:solidFill>
                  <a:srgbClr val="546E7A"/>
                </a:solidFill>
              </a:rPr>
              <a:t>Competencia</a:t>
            </a:r>
            <a:r>
              <a:rPr lang="en-US" sz="1000" dirty="0">
                <a:solidFill>
                  <a:srgbClr val="546E7A"/>
                </a:solidFill>
              </a:rPr>
              <a:t>: SRS</a:t>
            </a:r>
            <a:br>
              <a:rPr lang="en-US" sz="1000" dirty="0">
                <a:solidFill>
                  <a:srgbClr val="546E7A"/>
                </a:solidFill>
              </a:rPr>
            </a:br>
            <a:r>
              <a:rPr lang="en-US" sz="1000" dirty="0" err="1">
                <a:solidFill>
                  <a:srgbClr val="546E7A"/>
                </a:solidFill>
              </a:rPr>
              <a:t>Ficha</a:t>
            </a:r>
            <a:r>
              <a:rPr lang="en-US" sz="1000" dirty="0">
                <a:solidFill>
                  <a:srgbClr val="546E7A"/>
                </a:solidFill>
              </a:rPr>
              <a:t>: 3433954</a:t>
            </a:r>
          </a:p>
          <a:p>
            <a:pPr algn="ctr"/>
            <a:r>
              <a:rPr lang="en-US" sz="1000" dirty="0">
                <a:solidFill>
                  <a:srgbClr val="546E7A"/>
                </a:solidFill>
              </a:rPr>
              <a:t>6:00 PM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52928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2852928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2898648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98648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546E7A"/>
                </a:solidFill>
              </a:rPr>
              <a:t>LIBRE</a:t>
            </a:r>
          </a:p>
        </p:txBody>
      </p:sp>
      <p:sp>
        <p:nvSpPr>
          <p:cNvPr id="35" name="Shape 33"/>
          <p:cNvSpPr/>
          <p:nvPr/>
        </p:nvSpPr>
        <p:spPr>
          <a:xfrm>
            <a:off x="4059936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059936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4105656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A-209-2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05656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 dirty="0">
              <a:solidFill>
                <a:srgbClr val="546E7A"/>
              </a:solidFill>
            </a:endParaRPr>
          </a:p>
          <a:p>
            <a:pPr algn="ctr"/>
            <a:endParaRPr lang="en-US" sz="1000" dirty="0">
              <a:solidFill>
                <a:srgbClr val="546E7A"/>
              </a:solidFill>
            </a:endParaRPr>
          </a:p>
          <a:p>
            <a:pPr algn="ctr"/>
            <a:r>
              <a:rPr lang="en-US" sz="1000" dirty="0" err="1">
                <a:solidFill>
                  <a:srgbClr val="546E7A"/>
                </a:solidFill>
              </a:rPr>
              <a:t>Competencia</a:t>
            </a:r>
            <a:r>
              <a:rPr lang="en-US" sz="1000" dirty="0">
                <a:solidFill>
                  <a:srgbClr val="546E7A"/>
                </a:solidFill>
              </a:rPr>
              <a:t>: TIC</a:t>
            </a:r>
            <a:br>
              <a:rPr lang="en-US" sz="1000" dirty="0">
                <a:solidFill>
                  <a:srgbClr val="546E7A"/>
                </a:solidFill>
              </a:rPr>
            </a:br>
            <a:r>
              <a:rPr lang="en-US" sz="1000" dirty="0" err="1">
                <a:solidFill>
                  <a:srgbClr val="546E7A"/>
                </a:solidFill>
              </a:rPr>
              <a:t>Ficha</a:t>
            </a:r>
            <a:r>
              <a:rPr lang="en-US" sz="1000" dirty="0">
                <a:solidFill>
                  <a:srgbClr val="546E7A"/>
                </a:solidFill>
              </a:rPr>
              <a:t>: 3145874</a:t>
            </a:r>
          </a:p>
          <a:p>
            <a:pPr algn="ctr"/>
            <a:r>
              <a:rPr lang="en-US" sz="1000" dirty="0">
                <a:solidFill>
                  <a:srgbClr val="546E7A"/>
                </a:solidFill>
              </a:rPr>
              <a:t>6:00 PM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76088" y="2000577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5266944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5312664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12664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546E7A"/>
                </a:solidFill>
              </a:rPr>
              <a:t>LIBRE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73952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6473952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6519672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A-209-2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19672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 dirty="0">
              <a:solidFill>
                <a:srgbClr val="546E7A"/>
              </a:solidFill>
            </a:endParaRPr>
          </a:p>
          <a:p>
            <a:pPr algn="ctr"/>
            <a:endParaRPr lang="en-US" sz="1000" dirty="0">
              <a:solidFill>
                <a:srgbClr val="546E7A"/>
              </a:solidFill>
            </a:endParaRPr>
          </a:p>
          <a:p>
            <a:pPr algn="ctr"/>
            <a:r>
              <a:rPr lang="en-US" sz="1000" dirty="0" err="1">
                <a:solidFill>
                  <a:srgbClr val="546E7A"/>
                </a:solidFill>
              </a:rPr>
              <a:t>Competencia</a:t>
            </a:r>
            <a:r>
              <a:rPr lang="en-US" sz="1000" dirty="0">
                <a:solidFill>
                  <a:srgbClr val="546E7A"/>
                </a:solidFill>
              </a:rPr>
              <a:t>: SRS</a:t>
            </a:r>
            <a:br>
              <a:rPr lang="en-US" sz="1000" dirty="0">
                <a:solidFill>
                  <a:srgbClr val="546E7A"/>
                </a:solidFill>
              </a:rPr>
            </a:br>
            <a:r>
              <a:rPr lang="en-US" sz="1000" dirty="0" err="1">
                <a:solidFill>
                  <a:srgbClr val="546E7A"/>
                </a:solidFill>
              </a:rPr>
              <a:t>Ficha</a:t>
            </a:r>
            <a:r>
              <a:rPr lang="en-US" sz="1000" dirty="0">
                <a:solidFill>
                  <a:srgbClr val="546E7A"/>
                </a:solidFill>
              </a:rPr>
              <a:t>: 3254684</a:t>
            </a:r>
          </a:p>
          <a:p>
            <a:pPr algn="ctr"/>
            <a:r>
              <a:rPr lang="en-US" sz="1000" dirty="0">
                <a:solidFill>
                  <a:srgbClr val="546E7A"/>
                </a:solidFill>
              </a:rPr>
              <a:t>12:00 PM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80960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7680960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7726680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A-209-2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26680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 dirty="0">
              <a:solidFill>
                <a:srgbClr val="546E7A"/>
              </a:solidFill>
            </a:endParaRPr>
          </a:p>
          <a:p>
            <a:pPr algn="ctr"/>
            <a:endParaRPr lang="en-US" sz="1000" dirty="0">
              <a:solidFill>
                <a:srgbClr val="546E7A"/>
              </a:solidFill>
            </a:endParaRPr>
          </a:p>
          <a:p>
            <a:pPr algn="ctr"/>
            <a:r>
              <a:rPr lang="en-US" sz="1000" dirty="0" err="1">
                <a:solidFill>
                  <a:srgbClr val="546E7A"/>
                </a:solidFill>
              </a:rPr>
              <a:t>Competencia</a:t>
            </a:r>
            <a:r>
              <a:rPr lang="en-US" sz="1000" dirty="0">
                <a:solidFill>
                  <a:srgbClr val="546E7A"/>
                </a:solidFill>
              </a:rPr>
              <a:t>: TIC</a:t>
            </a:r>
            <a:br>
              <a:rPr lang="en-US" sz="1000" dirty="0">
                <a:solidFill>
                  <a:srgbClr val="546E7A"/>
                </a:solidFill>
              </a:rPr>
            </a:br>
            <a:r>
              <a:rPr lang="en-US" sz="1000" dirty="0" err="1">
                <a:solidFill>
                  <a:srgbClr val="546E7A"/>
                </a:solidFill>
              </a:rPr>
              <a:t>Ficha</a:t>
            </a:r>
            <a:r>
              <a:rPr lang="en-US" sz="1000" dirty="0">
                <a:solidFill>
                  <a:srgbClr val="546E7A"/>
                </a:solidFill>
              </a:rPr>
              <a:t>: 3413974</a:t>
            </a:r>
          </a:p>
          <a:p>
            <a:pPr algn="ctr"/>
            <a:r>
              <a:rPr lang="en-US" sz="1000" dirty="0">
                <a:solidFill>
                  <a:srgbClr val="546E7A"/>
                </a:solidFill>
              </a:rPr>
              <a:t>6:00 AM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65423" y="0"/>
            <a:ext cx="16785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Instructor</a:t>
            </a:r>
            <a:br>
              <a:rPr lang="en-US" sz="1000" dirty="0">
                <a:solidFill>
                  <a:srgbClr val="90A4AE"/>
                </a:solidFill>
              </a:rPr>
            </a:br>
            <a:r>
              <a:rPr lang="en-US" sz="1000" dirty="0">
                <a:solidFill>
                  <a:srgbClr val="90A4AE"/>
                </a:solidFill>
              </a:rPr>
              <a:t>JESUS ARIEL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</a:rPr>
              <a:t>SENA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" y="7315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INICIO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" y="12344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HORARIOS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1737360"/>
            <a:ext cx="1463040" cy="493776"/>
          </a:xfrm>
          <a:prstGeom prst="rect">
            <a:avLst/>
          </a:prstGeom>
          <a:solidFill>
            <a:srgbClr val="2E7D52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" y="17373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AMBIENTES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224028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1440" y="22402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274320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91440" y="27432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FICHAS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914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4731"/>
                </a:solidFill>
                <a:highlight>
                  <a:srgbClr val="C0C0C0"/>
                </a:highlight>
              </a:rPr>
              <a:t>🔍 </a:t>
            </a:r>
            <a:r>
              <a:rPr lang="en-US" sz="1800" b="1" dirty="0" err="1">
                <a:solidFill>
                  <a:srgbClr val="1A4731"/>
                </a:solidFill>
                <a:highlight>
                  <a:srgbClr val="C0C0C0"/>
                </a:highlight>
              </a:rPr>
              <a:t>Buscar</a:t>
            </a:r>
            <a:r>
              <a:rPr lang="en-US" sz="1800" b="1" dirty="0">
                <a:solidFill>
                  <a:srgbClr val="1A4731"/>
                </a:solidFill>
                <a:highlight>
                  <a:srgbClr val="C0C0C0"/>
                </a:highlight>
              </a:rPr>
              <a:t> </a:t>
            </a:r>
            <a:r>
              <a:rPr lang="en-US" sz="1800" b="1" dirty="0" err="1">
                <a:solidFill>
                  <a:srgbClr val="1A4731"/>
                </a:solidFill>
                <a:highlight>
                  <a:srgbClr val="C0C0C0"/>
                </a:highlight>
              </a:rPr>
              <a:t>Ambiente</a:t>
            </a:r>
            <a:r>
              <a:rPr lang="en-US" sz="1800" b="1" dirty="0">
                <a:solidFill>
                  <a:srgbClr val="1A4731"/>
                </a:solidFill>
                <a:highlight>
                  <a:srgbClr val="C0C0C0"/>
                </a:highlight>
              </a:rPr>
              <a:t>…                                              </a:t>
            </a:r>
            <a:endParaRPr lang="en-US" sz="1800" dirty="0">
              <a:highlight>
                <a:srgbClr val="C0C0C0"/>
              </a:highlight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32320" y="914400"/>
            <a:ext cx="173736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132320" y="914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 NUEVO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1463040"/>
            <a:ext cx="7315200" cy="3840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645920" y="1463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Codigo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Nombre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463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Capacidad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463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Tipo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1463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Estado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1892808"/>
            <a:ext cx="7315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1645920" y="189280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  A-209-2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0" y="1892808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189280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1892808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MAÑ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189280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1956816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7315200" y="195681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LIBRE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0" y="2276856"/>
            <a:ext cx="7315200" cy="374904"/>
          </a:xfrm>
          <a:prstGeom prst="rect">
            <a:avLst/>
          </a:prstGeom>
          <a:solidFill>
            <a:srgbClr val="F1F8E9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1645920" y="227685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  A-209-2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26080" y="2276856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227685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2276856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TAR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2276856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0" y="2340864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7315200" y="23408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OCUPADO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5920" y="2660904"/>
            <a:ext cx="7315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1645920" y="266090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  A-209-2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926080" y="2660904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266090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2660904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NOC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266090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0" y="2724912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FB8C00">
              <a:alpha val="80000"/>
            </a:srgbClr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7315200" y="27249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MANTENIMIENTO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0" y="3044952"/>
            <a:ext cx="7315200" cy="374904"/>
          </a:xfrm>
          <a:prstGeom prst="rect">
            <a:avLst/>
          </a:prstGeom>
          <a:solidFill>
            <a:srgbClr val="F1F8E9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1645920" y="304495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  A-209-1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926080" y="3044952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46320" y="304495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26480" y="3044952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MAÑ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3044952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315200" y="3108960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52"/>
          <p:cNvSpPr/>
          <p:nvPr/>
        </p:nvSpPr>
        <p:spPr>
          <a:xfrm>
            <a:off x="7315200" y="310896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LIBRE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45920" y="3429000"/>
            <a:ext cx="7315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Text 54"/>
          <p:cNvSpPr/>
          <p:nvPr/>
        </p:nvSpPr>
        <p:spPr>
          <a:xfrm>
            <a:off x="1645920" y="342900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  A-209-1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926080" y="3429000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46320" y="342900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26480" y="342900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TAR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315200" y="3429000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315200" y="3493008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60"/>
          <p:cNvSpPr/>
          <p:nvPr/>
        </p:nvSpPr>
        <p:spPr>
          <a:xfrm>
            <a:off x="7315200" y="349300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LIBRE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645920" y="3813048"/>
            <a:ext cx="7315200" cy="374904"/>
          </a:xfrm>
          <a:prstGeom prst="rect">
            <a:avLst/>
          </a:prstGeom>
          <a:solidFill>
            <a:srgbClr val="F1F8E9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62"/>
          <p:cNvSpPr/>
          <p:nvPr/>
        </p:nvSpPr>
        <p:spPr>
          <a:xfrm>
            <a:off x="1645920" y="381304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  A-209-1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926080" y="3813048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46320" y="381304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26480" y="3813048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NOC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315200" y="381304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315200" y="3877056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Text 68"/>
          <p:cNvSpPr/>
          <p:nvPr/>
        </p:nvSpPr>
        <p:spPr>
          <a:xfrm>
            <a:off x="7315200" y="387705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OCUPADO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</a:rPr>
              <a:t>SENA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" y="7315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INICIO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" y="12344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HORARIOS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1737360"/>
            <a:ext cx="1463040" cy="493776"/>
          </a:xfrm>
          <a:prstGeom prst="rect">
            <a:avLst/>
          </a:prstGeom>
          <a:solidFill>
            <a:srgbClr val="2E7D52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" y="17373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AMBIENTES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224028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1440" y="22402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274320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91440" y="27432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FICHAS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0" y="914400"/>
            <a:ext cx="7223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92024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731"/>
                </a:solidFill>
              </a:rPr>
              <a:t>Editar Ambiente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Codigo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1938528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201168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A-209-2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Nombre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2560320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011680" y="2560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ADSO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Capacidad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3182112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2011680" y="3182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35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Tipo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20240" y="3803904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2011680" y="38039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MAÑ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0240" y="4251960"/>
            <a:ext cx="1828800" cy="3840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1920240" y="4251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OCUPAR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137</Words>
  <Application>Microsoft Office PowerPoint</Application>
  <PresentationFormat>Presentación en pantalla (16:9)</PresentationFormat>
  <Paragraphs>98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 - Sistema de Gestión de Ambientes</dc:title>
  <dc:subject>PptxGenJS Presentation</dc:subject>
  <dc:creator>PptxGenJS</dc:creator>
  <cp:lastModifiedBy>99A_10104118902</cp:lastModifiedBy>
  <cp:revision>3</cp:revision>
  <dcterms:created xsi:type="dcterms:W3CDTF">2026-05-23T15:48:24Z</dcterms:created>
  <dcterms:modified xsi:type="dcterms:W3CDTF">2026-05-23T16:24:42Z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2026-05-23T16:09:33Z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5c4c428a-999e-4b4f-9b7b-24576ccad369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