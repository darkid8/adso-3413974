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Ambientes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Horarios · Salones · Instructores · Fichas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3474720"/>
            <a:ext cx="2286000" cy="1645920"/>
          </a:xfrm>
          <a:prstGeom prst="rect">
            <a:avLst/>
          </a:prstGeom>
          <a:solidFill>
            <a:srgbClr val="2E7D52">
              <a:alpha val="60000"/>
            </a:srgbClr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840480"/>
            <a:ext cx="1645920" cy="1280160"/>
          </a:xfrm>
          <a:prstGeom prst="rect">
            <a:avLst/>
          </a:prstGeom>
          <a:solidFill>
            <a:srgbClr val="4CAF50">
              <a:alpha val="50000"/>
            </a:srgbClr>
          </a:solidFill>
          <a:ln w="12700">
            <a:solidFill>
              <a:srgbClr val="4CAF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731"/>
                </a:solidFill>
              </a:rPr>
              <a:t>Dashboard – Semana 23, May 2026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4592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52928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52928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8648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98648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59936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59936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05656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05656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66944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66944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12664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12664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73952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A+109-2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9672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8096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8096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2668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459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Instructor | Fichas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731"/>
                </a:solidFill>
              </a:rPr>
              <a:t>Buscar Ambiente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NUEVO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1463040"/>
            <a:ext cx="73152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Codigo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892808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18928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89280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18928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95681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9568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2276856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27685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27685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2768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0" y="2340864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340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0" y="2660904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26609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6609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NCC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26609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2724912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FB8C00">
              <a:alpha val="80000"/>
            </a:srgbClr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27249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MANTENIMIENTO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0" y="3044952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A-209-1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6080" y="304495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304495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304495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0" y="3108960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1089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3429000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A-209-1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926080" y="34290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34290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0" y="342900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315200" y="3493008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4930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0" y="3813048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459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A-209-4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926080" y="381304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26480" y="381304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NOCH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381304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15200" y="387705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0" y="38770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914400"/>
            <a:ext cx="7223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202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731"/>
                </a:solidFill>
              </a:rPr>
              <a:t>Editar Ambiente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Codigo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938528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A+209-2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256032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ADSO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182112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Tipo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3803904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3803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OCUPAR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- Sistema de Gestión de Ambientes</dc:title>
  <dc:subject>PptxGenJS Presentation</dc:subject>
  <dc:creator>PptxGenJS</dc:creator>
  <cp:lastModifiedBy>PptxGenJS</cp:lastModifiedBy>
  <cp:revision>1</cp:revision>
  <dcterms:created xsi:type="dcterms:W3CDTF">2026-05-23T15:48:24Z</dcterms:created>
  <dcterms:modified xsi:type="dcterms:W3CDTF">2026-05-23T15:48:24Z</dcterms:modified>
</cp:coreProperties>
</file>